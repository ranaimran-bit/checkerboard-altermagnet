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0000"/>
                </a:solidFill>
                <a:latin typeface="Calibri"/>
              </a:rPr>
              <a:t>Emergent altermagnetism and pairing in the checkerboard Hubbard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Single-band, spin-independent hopping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Constrained-path quantum Monte Carlo, benchmarked by exact diagonalization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Group meeting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Altermagnetism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A compensated magnet: zero net magnetization, but the up and down bands are split in momentum space.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spin splitting is momentum-dependent with a definite d-wave symmetry, and needs no spin-orbit coupling.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Here the splitting has d_xy symmetry, set by the lattice geometry (map below).</a:t>
            </a:r>
          </a:p>
        </p:txBody>
      </p:sp>
      <p:pic>
        <p:nvPicPr>
          <p:cNvPr id="4" name="Picture 3" descr="1_d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200400"/>
            <a:ext cx="9144000" cy="27275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Ref: Smejkal, Sinova, Jungwirth, PRX 12, 031042 (2022) and PRX 12, 040501 (2022).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Prior work and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Existing microscopic altermagnetism studies: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Imposed AM via spin-dependent hopping, treated by QMC: group Paper 1 (Li, Liu, Yang, Tang, 2026) and Paper 2 (this group, combined square-lattice model).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Interaction-driven AM, treated by mean-field / variational methods: Giuli, Mejuto-Zaera, Capone, PRB 111, L020401 (2025); extended-Hubbard preprint arXiv:2507.00837 (2025).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The gap: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No emergent altermagnet treated with an unbiased many-body method.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This work: emergent, spin-independent AM, solved with unbiased CPQMC and benchmarked by exact diagonalization.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Refs: Li, Liu, Yang, Tang (2026); Giuli et al., PRB 111, L020401 (2025); arXiv:2507.00837.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Model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Model: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Single-band Hubbard on the checkerboard (planar-pyrochlore) lattice.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H = -t (nearest-neighbor) - t_diag (anisotropic diagonal) + U n_up n_dn, with diagonal hopping t_pm = t' +/- delta.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The hopping is spin-INDEPENDENT, so the altermagnetism is not imposed: it must emerge from U and geometry.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0000"/>
                </a:solidFill>
                <a:latin typeface="Calibri"/>
              </a:rPr>
              <a:t>Method: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Constrained-path quantum Monte Carlo (Zhang, Carlson, Gubernatis, PRB 55, 7464 (1997)).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Every observable benchmarked against exact diagonalization.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Ref: Zhang, Carlson, Gubernatis, PRB 55, 7464 (1997).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Parameters, and why these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 = 1  </a:t>
            </a:r>
            <a:r>
              <a:rPr sz="1500">
                <a:solidFill>
                  <a:srgbClr val="000000"/>
                </a:solidFill>
                <a:latin typeface="Calibri"/>
              </a:rPr>
              <a:t>: nearest-neighbor hopping; sets the energy unit.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t' = -0.3  </a:t>
            </a:r>
            <a:r>
              <a:rPr sz="1500">
                <a:solidFill>
                  <a:srgbClr val="000000"/>
                </a:solidFill>
                <a:latin typeface="Calibri"/>
              </a:rPr>
              <a:t>: diagonal (next-nearest) hopping; fixes the band structure and van Hove filling, in the physical t-t' range of cuprate-like models (PRB 35, 3359).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delta = 0 to 0.4  </a:t>
            </a:r>
            <a:r>
              <a:rPr sz="1500">
                <a:solidFill>
                  <a:srgbClr val="000000"/>
                </a:solidFill>
                <a:latin typeface="Calibri"/>
              </a:rPr>
              <a:t>: geometric anisotropy of the diagonal bonds (t_pm = t' +/- delta); the knob that generates the emergent altermagnet. The range spans isotropic to strongly anisotropic, passing delta = 0.3 where one diagonal bond weakens toward zero.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U = 4  </a:t>
            </a:r>
            <a:r>
              <a:rPr sz="1500">
                <a:solidFill>
                  <a:srgbClr val="000000"/>
                </a:solidFill>
                <a:latin typeface="Calibri"/>
              </a:rPr>
              <a:t>: on-site repulsion; intermediate coupling (U ~ bandwidth) where correlations are strong but constrained-path QMC is controlled. Standard for Hubbard altermagnet studies (Giuli et al. 2025; Scalapino, RMP 84, 1383 (2012)).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n (filling)  </a:t>
            </a:r>
            <a:r>
              <a:rPr sz="1500">
                <a:solidFill>
                  <a:srgbClr val="000000"/>
                </a:solidFill>
                <a:latin typeface="Calibri"/>
              </a:rPr>
              <a:t>: half filling for the altermagnetic order; doped n ~ 0.6 to 0.8 is where pairing is expected to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Refs: PRB 35, 3359; Giuli et al., PRB 111, L020401 (2025); Scalapino, RMP 84, 1383 (2012).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Observables, and why we measure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Delta n(k) = n_up(k) - n_dn(k)  </a:t>
            </a:r>
            <a:r>
              <a:rPr sz="1500">
                <a:solidFill>
                  <a:srgbClr val="000000"/>
                </a:solidFill>
                <a:latin typeface="Calibri"/>
              </a:rPr>
              <a:t>: momentum-resolved spin imbalance; the altermagnetic order parameter, revealing the d_xy spin-splitting form factor (Smejkal 2022).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S^z(q)  </a:t>
            </a:r>
            <a:r>
              <a:rPr sz="1500">
                <a:solidFill>
                  <a:srgbClr val="000000"/>
                </a:solidFill>
                <a:latin typeface="Calibri"/>
              </a:rPr>
              <a:t>: static spin structure factor; its peak position Q identifies the magnetic ordering vector (Neel (pi,pi), spiral, diagonal).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chi_zz(q)  </a:t>
            </a:r>
            <a:r>
              <a:rPr sz="1500">
                <a:solidFill>
                  <a:srgbClr val="000000"/>
                </a:solidFill>
                <a:latin typeface="Calibri"/>
              </a:rPr>
              <a:t>: the tau-integrated (dynamic) magnetic susceptibility; the thermodynamic magnetic response, sound where the equal-time S^z(q) is not (Scalapino, RMP 84, 1383 (2012)).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Pairing susceptibility chi_zeta  </a:t>
            </a:r>
            <a:r>
              <a:rPr sz="1500">
                <a:solidFill>
                  <a:srgbClr val="000000"/>
                </a:solidFill>
                <a:latin typeface="Calibri"/>
              </a:rPr>
              <a:t>: connected pairing tendency in channel zeta (s, d_x2-y2, d_xy). The tau-integrated susceptibility is the ED-validated observable, unlike the constrained-path-biased equal-time vertex.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R_p  </a:t>
            </a:r>
            <a:r>
              <a:rPr sz="1500">
                <a:solidFill>
                  <a:srgbClr val="000000"/>
                </a:solidFill>
                <a:latin typeface="Calibri"/>
              </a:rPr>
              <a:t>: sharpness of the S^z(q) peak; distinguishes long-range from short-range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Refs: Smejkal et al., PRX 12 (2022); Scalapino, RMP 84, 1383 (2012); Zhang et al., PRB 55, 7464 (1997).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Emergent altermagnetism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Interactions drive Neel order near half filling.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Once a moment M forms, the geometry gives its spin splitting a d_xy symmetry, m ~ M x delta x sin(kx) sin(ky) -- the altermagnetism is emergent.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Doping drives the order incommensurate: Neel -&gt; spiral / diagonal.</a:t>
            </a:r>
          </a:p>
        </p:txBody>
      </p:sp>
      <p:pic>
        <p:nvPicPr>
          <p:cNvPr id="4" name="Picture 3" descr="3_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5120640" cy="311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Refs: group magnetic-correlations paper; Smejkal et al., PRX 12 (2022) (symmetry).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Magnetic susceptibility chi_zz(q)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momentum-resolved magnetic susceptibility peaks at (pi,pi) near half filling -- the Neel / altermagnetic signal -- and weakens and shifts away under doping.</a:t>
            </a:r>
          </a:p>
        </p:txBody>
      </p:sp>
      <p:pic>
        <p:nvPicPr>
          <p:cNvPr id="4" name="Picture 3" descr="11_chizz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43200"/>
            <a:ext cx="9144000" cy="2734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Ref: Scalapino, RMP 84, 1383 (2012).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Pairing: choosing the correct observable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The equal-time pairing vertex (as in the PRL) suggests a d_x2-y2 -&gt; d_xy crossover with delta.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But exact diagonalization shows the equal-time d-wave vertex has the WRONG SIGN (ED -3.9 vs QMC +0.1): the known constrained-path bias.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The tau-integrated susceptibility is ED sign-faithful -&gt; it is the observable we trust.</a:t>
            </a:r>
          </a:p>
        </p:txBody>
      </p:sp>
      <p:pic>
        <p:nvPicPr>
          <p:cNvPr id="4" name="Picture 3" descr="6_pa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394960" cy="2331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Refs: Zhang et al., PRB 55, 7464 (1997); Scalapino, RMP 84, 1383 (2012).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Channel swap: delta suppresses d_xy, keeps d_x2-y2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In the sound susceptibility the picture reverses: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d_xy is SUPPRESSED by the anisotropy (repulsive, worse with delta).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d_x2-y2 stays ATTRACTIVE and is mildly enhanced.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The surviving/enhanced pairing is ORTHOGONAL to the d_xy symmetry of the altermagnet -- unlike imposed-AM models, where the pairing shares the AM symmetry (Papers 1, 2).</a:t>
            </a:r>
          </a:p>
        </p:txBody>
      </p:sp>
      <p:pic>
        <p:nvPicPr>
          <p:cNvPr id="4" name="Picture 3" descr="9_chi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4114800" cy="32139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Contrast: group Paper 1 (2026); Paper 2 (this group).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Mechanism: d_x2-y2 pairing is AFM-mediated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6949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d_x2-y2 turns attractive in exactly the doping window where chi_zz(pi,pi) is large.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So d_x2-y2 pairing is antiferromagnetic-fluctuation-mediated -- the cuprate mechanism.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d_xy does not couple to the (pi,pi) fluctuations and is suppressed.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The magnetic and pairing symmetries therefore decouple.</a:t>
            </a:r>
          </a:p>
        </p:txBody>
      </p:sp>
      <p:pic>
        <p:nvPicPr>
          <p:cNvPr id="4" name="Picture 3" descr="13_mag_vs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41148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Ref: Scalapino, RMP 84, 1383 (2012).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Calibri"/>
              </a:rPr>
              <a:t>Conclusions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Three results: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1. First unbiased demonstration of emergent, spin-independent altermagnetism (checkerboard, on-site U plus geometry).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2. Caught and corrected a constrained-path artifact in the pairing vertex using exact diagonalization; the susceptibility is the sound observable.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3. The anisotropy enhances AFM-mediated d_x2-y2 pairing and suppresses d_xy, so the magnetic and pairing symmetries decouple -- distinguishing emergent from imposed altermagnetism.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Outlook: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 8x8 finite-size confirmation; more seeds; a pairing-aware (BCS/AGP) trial to sharpen the vertex.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000000"/>
                </a:solidFill>
                <a:latin typeface="Calibri"/>
              </a:rPr>
              <a:t>Key refs: Smejkal PRX 12 (2022); Giuli PRB 111 (2025); Zhang PRB 55 (1997); Scalapino RMP 84 (2012).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