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L=12 half-filling grid finished this week, giving the first complete (U, delta) map of the altermagnetic splitting. The dxy crossover was confirmed independently in equal-time and tau-integrated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completeness is what makes an uninterpolated map legitimate. On the partial grid a heatmap would have filled empty cells with invented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Emergent altermagnetism: the hopping is spin independent, so the splitting appears only once antiferromagnetic order forms. Not the PRL route, where spin-dependent hopping splits the bands already at U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dotted line marks t- = 0 at delta = 0.3. The channel switch tracks the diagonal sign change, which makes it a mechanism rather than a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= 0 was dropped. It is identically zero and the U grid is uneven below 2, so shading was smoothing across a wide unsampled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filled colormap is impossible on these axes: Delta_tot is not monotonic in either parameter, so one value maps to two different delta. Measured points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published version stopped at 0.4 because the saved notebook output predated the delta 0.5 to 0.7 runs. The data was already on the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matters for framing. "Magnetism supports pairing" holds in U but not in delta, and a referee comparing the two panels will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the Fig 4 gap is the highest-value small job: it is the defence against the pairing being a bubble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order as listed. The doped set needs no action beyond gathering.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entury Schoolbook"/>
              </a:rPr>
              <a:t>Checkerboard Hubbard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61488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C9CDD1"/>
                </a:solidFill>
                <a:latin typeface="Century Schoolbook"/>
              </a:rPr>
              <a:t>Pairing and emergent altermagnetism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3657600"/>
            <a:ext cx="137160" cy="1371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354787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A0A6"/>
                </a:solidFill>
                <a:latin typeface="Calibri"/>
              </a:rPr>
              <a:t>Weekly progress    ·    constrained-path QMC,  L =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85042"/>
                </a:solidFill>
                <a:latin typeface="Calibri"/>
              </a:rPr>
              <a:t>49 of 49 half-filling cells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Where the week landed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Three things that were not available seven days 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456432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93392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B85042"/>
                </a:solidFill>
                <a:latin typeface="Century Schoolbook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80944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half-filling cells complete</a:t>
            </a:r>
          </a:p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U = 0 to 5,  δ = 0.1 to 0.7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783080"/>
            <a:ext cx="3456432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993392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B85042"/>
                </a:solidFill>
                <a:latin typeface="Century Schoolboo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980944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independent measures agree</a:t>
            </a:r>
          </a:p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on the dxy crossover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456432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93392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B85042"/>
                </a:solidFill>
                <a:latin typeface="Century Schoolbook"/>
              </a:rPr>
              <a:t>0.833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980944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filling down to which dxy</a:t>
            </a:r>
          </a:p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now dominates at δ ≥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4"/>
            <a:ext cx="11027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7378"/>
                </a:solidFill>
                <a:latin typeface="Calibri"/>
              </a:rPr>
              <a:t>The grid ran across five nodes at roughly 11 hours per cell. Everything here is measured, with no interpolation across missing cells.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11027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C7293"/>
                </a:solidFill>
                <a:latin typeface="Calibri"/>
              </a:rPr>
              <a:t>Doped set at n = 0.847 is 37 of 49 done and still running.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Alternating strong and weak diagonals on the checkerboard</a:t>
            </a:r>
          </a:p>
        </p:txBody>
      </p:sp>
      <p:pic>
        <p:nvPicPr>
          <p:cNvPr id="5" name="Picture 4" descr="model_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91056"/>
            <a:ext cx="11027664" cy="3291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29200"/>
            <a:ext cx="11027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Calibri"/>
              </a:rPr>
              <a:t>(a) lattice, red t′+δ and green t′−δ diagonals with Néel order.   (b–d) spin-split Fermi surfaces at δ = 0, 0.2, 0.4.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49824"/>
            <a:ext cx="110276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528"/>
                </a:solidFill>
                <a:latin typeface="Calibri"/>
              </a:rPr>
              <a:t>The weak diagonal t− = t′ − δ passes through zero at δ = 0.3 and changes sign beyond it. That sign change is where the pairing channel switches.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dxy replaces dx2−y2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Pairing vertex against anisotropy, L = 12, half filling</a:t>
            </a:r>
          </a:p>
        </p:txBody>
      </p:sp>
      <p:pic>
        <p:nvPicPr>
          <p:cNvPr id="5" name="Picture 4" descr="Pairing_and_AM_L12__01_figchannelsfulldeltaLL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11027664" cy="271163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66928" y="4443984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62272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22528"/>
                </a:solidFill>
                <a:latin typeface="Calibri"/>
              </a:rPr>
              <a:t>Confirmed in two independent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>
                <a:solidFill>
                  <a:srgbClr val="222528"/>
                </a:solidFill>
                <a:latin typeface="Calibri"/>
              </a:rPr>
              <a:t>•   Equal-time Fortran vertex and τ-integrated χ give the same crossing, and it moves up with U.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222528"/>
                </a:solidFill>
                <a:latin typeface="Calibri"/>
              </a:rPr>
              <a:t>•   δ where dxy overtakes dx2−y2:   0.18 (U = 2, 4),   0.25 (U = 6),   0.33 (U = 8).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222528"/>
                </a:solidFill>
                <a:latin typeface="Calibri"/>
              </a:rPr>
              <a:t>•   Periodic and antiperiodic boundaries agree, so it is not a shell effect.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The altermagnetic splitting has a 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Complete 6 × 7 grid, smooth shading between measured points only</a:t>
            </a:r>
          </a:p>
        </p:txBody>
      </p:sp>
      <p:pic>
        <p:nvPicPr>
          <p:cNvPr id="5" name="Picture 4" descr="fig_dtot_49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27632"/>
            <a:ext cx="10698480" cy="3907724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66928" y="5742432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528"/>
                </a:solidFill>
                <a:latin typeface="Calibri"/>
              </a:rPr>
              <a:t>Optimal anisotropy rises with U:   δ* = 0.2, 0.2, 0.3, 0.3, 0.4, 0.4   for U = 2, 3, 3.5, 4, 4.5,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44768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E7378"/>
                </a:solidFill>
                <a:latin typeface="Calibri"/>
              </a:rPr>
              <a:t>Peak Δtot = 0.0919 at U = 3, δ = 0.2.   δ frustrates Néel order, so a larger U is needed to sustain the moment that produces the splitting.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A regular onset ladder in 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Each extra 0.1 of anisotropy costs about 0.5 more U</a:t>
            </a:r>
          </a:p>
        </p:txBody>
      </p:sp>
      <p:pic>
        <p:nvPicPr>
          <p:cNvPr id="5" name="Picture 4" descr="fig_dtot_49_xdt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903720" cy="25264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591056"/>
            <a:ext cx="3776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E7378"/>
                </a:solidFill>
                <a:latin typeface="Calibri"/>
              </a:rPr>
              <a:t>Onset 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956816"/>
            <a:ext cx="3776472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0144" y="1956816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22528"/>
                </a:solidFill>
                <a:latin typeface="Calibri"/>
              </a:rPr>
              <a:t>δ =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56816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 i="0">
                <a:solidFill>
                  <a:srgbClr val="B85042"/>
                </a:solidFill>
                <a:latin typeface="Calibri"/>
              </a:rPr>
              <a:t>U =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487168"/>
            <a:ext cx="3776472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2487168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22528"/>
                </a:solidFill>
                <a:latin typeface="Calibri"/>
              </a:rPr>
              <a:t>δ = 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487168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 i="0">
                <a:solidFill>
                  <a:srgbClr val="B85042"/>
                </a:solidFill>
                <a:latin typeface="Calibri"/>
              </a:rPr>
              <a:t>U = 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017520"/>
            <a:ext cx="3776472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301752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22528"/>
                </a:solidFill>
                <a:latin typeface="Calibri"/>
              </a:rPr>
              <a:t>δ = 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0175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 i="0">
                <a:solidFill>
                  <a:srgbClr val="B85042"/>
                </a:solidFill>
                <a:latin typeface="Calibri"/>
              </a:rPr>
              <a:t>U = 4.5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547872"/>
            <a:ext cx="3776472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547872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222528"/>
                </a:solidFill>
                <a:latin typeface="Calibri"/>
              </a:rPr>
              <a:t>δ = 0.7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4787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 i="0">
                <a:solidFill>
                  <a:srgbClr val="B85042"/>
                </a:solidFill>
                <a:latin typeface="Calibri"/>
              </a:rPr>
              <a:t>U = 5.0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315968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34256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22528"/>
                </a:solidFill>
                <a:latin typeface="Calibri"/>
              </a:rPr>
              <a:t>Δtot on x, colour carries the swept parameter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18304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>
                <a:solidFill>
                  <a:srgbClr val="222528"/>
                </a:solidFill>
                <a:latin typeface="Calibri"/>
              </a:rPr>
              <a:t>•   For δ ≥ 0.4 the splitting switches on sharply, and the threshold climbs one step per 0.1 of δ.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222528"/>
                </a:solidFill>
                <a:latin typeface="Calibri"/>
              </a:rPr>
              <a:t>•   δ = 0.1 and 0.2 run the other way: U = 2 gives the largest Δtot and raising U suppresses it.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222528"/>
                </a:solidFill>
                <a:latin typeface="Calibri"/>
              </a:rPr>
              <a:t>•   The sign flip between δ = 0.1 and 0.4 is the same ridge seen along a different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Phase diagram now reaches δ = 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The old cutoff at 0.4 was hiding most of the dxy region</a:t>
            </a:r>
          </a:p>
        </p:txBody>
      </p:sp>
      <p:pic>
        <p:nvPicPr>
          <p:cNvPr id="5" name="Picture 4" descr="fig3_phasediagram_dense_L12_U4_to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91056"/>
            <a:ext cx="6537960" cy="39200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719072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E7378"/>
                </a:solidFill>
                <a:latin typeface="Calibri"/>
              </a:rPr>
              <a:t>dxy wins for  n 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084831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δ =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084831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560320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δ = 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56032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0.972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3580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δ = 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035808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0.889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51129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δ =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511296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0.833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986783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δ = 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986783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0.833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46227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528"/>
                </a:solidFill>
                <a:latin typeface="Calibri"/>
              </a:rPr>
              <a:t>δ = 0.7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462272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0.833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5047488"/>
            <a:ext cx="405079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E7378"/>
                </a:solidFill>
                <a:latin typeface="Calibri"/>
              </a:rPr>
              <a:t>Anisotropy widens the dxy region away from half filling, then saturates near n ≈ 0.83. dxy leads on 22% of the plane, so the claim stays scoped to large δ near half filling.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87568"/>
            <a:ext cx="6537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Calibri"/>
              </a:rPr>
              <a:t>19 fillings × 8 anisotropies, 6 seeds per cell. Replot only, no new compute.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One result to be careful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Pairing and magnetism do not track together the same way in U and in δ</a:t>
            </a:r>
          </a:p>
        </p:txBody>
      </p:sp>
      <p:pic>
        <p:nvPicPr>
          <p:cNvPr id="5" name="Picture 4" descr="fig_pair_vs_dt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11027664" cy="4088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779008"/>
            <a:ext cx="11027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528"/>
                </a:solidFill>
                <a:latin typeface="Calibri"/>
              </a:rPr>
              <a:t>dxy is the only channel that changes sign:   r = −0.54 sweeping δ at fixed U,   but r = +0.37 sweeping U at fixed 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63056"/>
            <a:ext cx="110276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E7378"/>
                </a:solidFill>
                <a:latin typeface="Calibri"/>
              </a:rPr>
              <a:t>Δtot peaks at δ ≈ 0.2 to 0.4 while dxy keeps growing out to δ ≈ 0.6 to 0.7. The interaction builds both, the anisotropy trades one for the 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528"/>
                </a:solidFill>
                <a:latin typeface="Century Schoolbook"/>
              </a:rPr>
              <a:t>Manuscript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7378"/>
                </a:solidFill>
                <a:latin typeface="Calibri"/>
              </a:rPr>
              <a:t>Six main figures, five already drawn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020824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92024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528"/>
                </a:solidFill>
                <a:latin typeface="Calibri"/>
              </a:rPr>
              <a:t>Model and spin-split Fermi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28600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19072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2" y="2020824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2024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528"/>
                </a:solidFill>
                <a:latin typeface="Calibri"/>
              </a:rPr>
              <a:t>dxy / dx2−y2 crossover, four U panels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228600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99232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300984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20040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528"/>
                </a:solidFill>
                <a:latin typeface="Calibri"/>
              </a:rPr>
              <a:t>(n, δ) dominant channel, dense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56616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replotted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999232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3952" y="3300984"/>
            <a:ext cx="438912" cy="438912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320040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528"/>
                </a:solidFill>
                <a:latin typeface="Calibri"/>
              </a:rPr>
              <a:t>Vertex, P(R), finite-size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56616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5042"/>
                </a:solidFill>
                <a:latin typeface="Calibri"/>
              </a:rPr>
              <a:t>needs runs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79392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581144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4480559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528"/>
                </a:solidFill>
                <a:latin typeface="Calibri"/>
              </a:rPr>
              <a:t>Magnetic order and Q*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484632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279392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2" y="4581144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4480559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528"/>
                </a:solidFill>
                <a:latin typeface="Calibri"/>
              </a:rPr>
              <a:t>Δtot and Δn(k)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484632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refresh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138928"/>
            <a:ext cx="11027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528"/>
                </a:solidFill>
                <a:latin typeface="Calibri"/>
              </a:rPr>
              <a:t>The one real gap: full versus uncorrelated pair-field susceptibility exists only at δ = 0, which is exactly where the effect is absent.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96128"/>
            <a:ext cx="11027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E7378"/>
                </a:solidFill>
                <a:latin typeface="Calibri"/>
              </a:rPr>
              <a:t>Surveyed 93 figures across 13 notebooks on the cluster, which is how five of the six turned out to already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Schoolbook"/>
              </a:rPr>
              <a:t>Next week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92224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175564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Finish the doped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139696"/>
            <a:ext cx="98755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37 of 49 cells done at n = 0.847, the rest land this evening. Gives the filling axis for Δtot.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44368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907791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Close the Fig 4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291839"/>
            <a:ext cx="98755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Run P and P̄ for both d channels at δ = 0.4 and 0.6, half filling, U = 4. Small and targeted.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96511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059935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Decide the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443983"/>
            <a:ext cx="98755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Lead with the diagonal sign change as mechanism, or with dxy dominance as observation.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248656"/>
            <a:ext cx="402336" cy="40233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5212080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Caption the trial 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596128"/>
            <a:ext cx="98755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Δtot onset tracks the UHF trial Stoner threshold at low U and high δ. State it, rather than let a referee find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