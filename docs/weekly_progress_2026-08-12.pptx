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cubes finished this week. Lead with the pairing channel swap: size independent, holds at every U, 27 sigma. Magnetism is the supporting explanation, not the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Narrative version. The key sentence is the fourth paragraph - pairing follows both the magnetic order and the anisotropy, and they cannot be separated. Everything after this slide is evidence for that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U=0 null test is the strongest single argument that the full-minus-bubble decomposition is implemented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9840 QMC rows total, every point six seeds. Roughly 300 node-hours this week across five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paper's lead result. Three lattices lie on top of each other once chi is divided by N - 1% spread at U=4. dxy is the channel the checkerboard symmetry predicts.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red curve rising through the panels. The peak at U=4-6 rather than U=8 is worth a sentence: attraction is strongest at intermediate coupling.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answer to whether dxy is suppressed away from half filling. Yes - and it gets worse with delta, not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two conventional channels. Both behave the way White's square-lattice work predicts. The point of the slide is that anisotropy hurts dx2-y2 twice as fast as extended s, which is what clears the way for dxy to take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that dx2-y2 is our noisiest channel. The headline dxy result is the cleanest one, which is fortunate. If asked what would fix it: more seeds, and the real-space decomposition to separate local from long-range.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Scoping to near half filling is a strength - a falsifiable prediction with a control region where the effect vanishes.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replaces the old scatter version and answers meeting point 5. One shared scale was requested; it needs to be symlog because the channels differ by more than a decade in magnitude. If asked, the linear version is available but the d channels vanish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vertex the ordering is stable at every U: extended s and dx2-y2 attractive, on-site s and dxy repulsive - reproducing White's signs on a lattice he never studied.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U=0 flat line at exactly 1 is worth pausing on - the null test as a visual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the U dependence is established up to delta about 0.4 and unresolved beyond, where the top two curves touch. Delta m is also still shrinking with lattice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we found this by checking our own order parameter, not because a referee asked - and the conclusion survived.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empirical test matters: we did not assume open shells were harmless, we measured a case where the shell character flips at fixed L and n, and found real jumps in two of four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reframing: lead with pairing, use magnetism as the explanation. Stronger position than the original plan, but it means rewriting the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6: propose Hartree-Fock band structure as the cheap way to display the altermagnetic spin splitting, since neither CPQMC nor DQMC shows it in a spin-symmetric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limitation deliberately. Saying plainly what the data cannot support makes the positive claims more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74519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Emergent altermagnetism and pairing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67004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CADCFC"/>
                </a:solidFill>
                <a:latin typeface="Cambria"/>
              </a:rPr>
              <a:t>in the checkerboard Hubbard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9584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Constrained-path quantum Monte Carlo   ·   weekly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50208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A3D9"/>
                </a:solidFill>
                <a:latin typeface="Calibri"/>
              </a:rPr>
              <a:t>12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  <a:latin typeface="Calibri"/>
              </a:rPr>
              <a:t>Headline: anisotropy selects the d_xy pairing channel at half filling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what ran, what it answered, and what is still in flight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697480" cy="13716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2648" y="1481328"/>
            <a:ext cx="24780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9,840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157984"/>
            <a:ext cx="247802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measurements across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the two complete cubes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371600"/>
            <a:ext cx="2697480" cy="13716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47288" y="1481328"/>
            <a:ext cx="24780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C0392B"/>
                </a:solidFill>
                <a:latin typeface="Cambria"/>
              </a:rPr>
              <a:t>~300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8" y="2157984"/>
            <a:ext cx="247802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node-hours of CPQMC,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six nodes in parallel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2697480" cy="13716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81928" y="1481328"/>
            <a:ext cx="24780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1C7293"/>
                </a:solidFill>
                <a:latin typeface="Cambria"/>
              </a:rPr>
              <a:t>1e-13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157984"/>
            <a:ext cx="247802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U = 0 null-test residual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in all four channels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371600"/>
            <a:ext cx="2697480" cy="13716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16568" y="1481328"/>
            <a:ext cx="24780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8A6D1F"/>
                </a:solidFill>
                <a:latin typeface="Cambria"/>
              </a:rPr>
              <a:t>0 / 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6568" y="2157984"/>
            <a:ext cx="247802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L = 12 fillings that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are closed 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8036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This week we ran roughly 300 node-hours of CPQMC across six cluster nodes in parallel.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64408"/>
            <a:ext cx="11185855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Both cubes are now closed. L = 8, 10, 12 at U = 0, 2, 4, 6, 8, fillings from n = 0.5 to 1, eight anisotropies δ = 0 to 0.7, six independent seeds per point. That is 9,840 measurements with no gaps and no NaN, and the U = 0 rows pass the null test to 1e-13. We also measured the full pair-field susceptibility at δ = 0, so the vertex can now be compared against the uncorrelated susceptibility the way White et al. 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06824"/>
            <a:ext cx="111858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Last week we derived that interactions drive Néel order near half filling, and that with δ ≠ 0 that order becomes an altermagnet of d_xy symmetry. We also found the equal-time vertex is CP-biased, so we moved to the integrated vertex. This week we tried to answer: does the pairing follow the magnetic order, or just the anisotropy?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29784"/>
            <a:ext cx="111858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The answer is that it follows both, and the two are not separable. The d_xy channel turns attractive only where the anisotropy is large AND the filling is above n ≈ 0.85 — the same region where the moment is strong. Away from half filling the same anisotropy drives d_xy further into repulsion.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52744"/>
            <a:ext cx="1118585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484"/>
                </a:solidFill>
                <a:latin typeface="Calibri"/>
              </a:rPr>
              <a:t>Currently twist-averaged boundary conditions are running at L = 12, to test whether the open-shell trial state is distorting the result. Those land tomorrow.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Method and observables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CPQMC, back-propagated, six independent seeds per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120640" cy="658368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0664" y="157276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7293"/>
                </a:solidFill>
                <a:latin typeface="Cambria"/>
              </a:rPr>
              <a:t>χ  =  P_full  −  P_bub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517904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A6484"/>
                </a:solidFill>
                <a:latin typeface="Calibri"/>
              </a:rPr>
              <a:t>P_bub is the uncorrelated susceptibility — the same diagram with the interaction vertex removed. Written P̄ in the figures.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59152"/>
            <a:ext cx="1118585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3182F"/>
                </a:solidFill>
                <a:latin typeface="Calibri"/>
              </a:rPr>
              <a:t>•  Constrained-path QMC at T = 0, back-propagated, six independent seeds per point.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3182F"/>
                </a:solidFill>
                <a:latin typeface="Calibri"/>
              </a:rPr>
              <a:t>•  The vertex is full minus bubble, integrated over imaginary time. Positive means the interaction is attractive in that channel; negative means it opposes pairing.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3182F"/>
                </a:solidFill>
                <a:latin typeface="Calibri"/>
              </a:rPr>
              <a:t>•  The equal-time vertex is CP-biased against exact diagonalisation, so we report the integrated form throughout.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3182F"/>
                </a:solidFill>
                <a:latin typeface="Calibri"/>
              </a:rPr>
              <a:t>•  Four channels measured in a single back-propagation pass at q = 0 — on-site s, extended s, d_x²−y² and d_xy — differing only in the bond pattern the form factor weights.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3182F"/>
                </a:solidFill>
                <a:latin typeface="Calibri"/>
              </a:rPr>
              <a:t>•  χ is an unnormalised double site sum and therefore extensive, so every comparison across lattice sizes uses χ/N.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3182F"/>
                </a:solidFill>
                <a:latin typeface="Calibri"/>
              </a:rPr>
              <a:t>•  Magnetic moment m = √( S(q*) / N ), with Δm = m − m(U=0) isolating the interaction part, since S(q) is finite even for free fermions.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3182F"/>
                </a:solidFill>
                <a:latin typeface="Calibri"/>
              </a:rPr>
              <a:t>•  q* is the measured peak of S(q), not assumed to be (π,π) — see the correction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185855" cy="1234440"/>
          </a:xfrm>
          <a:prstGeom prst="roundRect">
            <a:avLst/>
          </a:prstGeom>
          <a:solidFill>
            <a:srgbClr val="FDF3F2"/>
          </a:solidFill>
          <a:ln w="12700">
            <a:solidFill>
              <a:srgbClr val="F0D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8952" y="51937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Validation that the machinery is sound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486400"/>
            <a:ext cx="1067379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At U = 0 the vertex must vanish identically and the full susceptibility must equal the bubble. Measured residual: 1.7e-13 to 7.6e-13 across all four channels and all three lattices. On-site s is repulsive in all 576 measured points, as a positive U requires.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Both cubes are now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no gaps, no NaN, six seeds everywhere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5486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59536"/>
                <a:gridCol w="859536"/>
                <a:gridCol w="859536"/>
                <a:gridCol w="859536"/>
                <a:gridCol w="859536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 = 0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 = 2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 = 4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 = 6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 = 8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3182F"/>
                          </a:solidFill>
                          <a:latin typeface="Calibri"/>
                        </a:rPr>
                        <a:t>L = 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3182F"/>
                          </a:solidFill>
                          <a:latin typeface="Calibri"/>
                        </a:rPr>
                        <a:t>L = 10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3182F"/>
                          </a:solidFill>
                          <a:latin typeface="Calibri"/>
                        </a:rPr>
                        <a:t>L = 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200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A6484"/>
                </a:solidFill>
                <a:latin typeface="Calibri"/>
              </a:rPr>
              <a:t>✓ = all eight anisotropies δ = 0 … 0.7, six fillings, six seeds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46520" y="1572768"/>
          <a:ext cx="52395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5819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magnetic_master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4,320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E7A46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pairing_master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5,520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E7A46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pairfull (δ = 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540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E7A46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S(q) grids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15 files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E7A46"/>
                          </a:solidFill>
                          <a:latin typeface="Calibri"/>
                        </a:rPr>
                        <a:t>collected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twist average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in flight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A6D1F"/>
                          </a:solidFill>
                          <a:latin typeface="Calibri"/>
                        </a:rPr>
                        <a:t>tomorrow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977639"/>
            <a:ext cx="11185855" cy="146304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58952" y="4114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Two data problems found and fixed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434840"/>
            <a:ext cx="1067379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13182F"/>
                </a:solidFill>
                <a:latin typeface="Calibri"/>
              </a:rPr>
              <a:t>•  χ is an unnormalised double site sum, so it is extensive — every cross-size comparison must use χ/N. Raw ratios matched N ratios to under 1%.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13182F"/>
                </a:solidFill>
                <a:latin typeface="Calibri"/>
              </a:rPr>
              <a:t>•  The L = 12 S(q) grids had never been collected; 33 files were scattered over six nodes in four directories, now merged into one file per (L, U).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Headline: anisotropy selects the d_xy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per-site vertex, half filling, U = 4 — identical at all three lattice sizes</a:t>
            </a:r>
          </a:p>
        </p:txBody>
      </p:sp>
      <p:pic>
        <p:nvPicPr>
          <p:cNvPr id="4" name="Picture 3" descr="collaps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27269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315968"/>
            <a:ext cx="2724912" cy="118872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9224" y="4425696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82F"/>
                </a:solidFill>
                <a:latin typeface="Calibri"/>
              </a:rPr>
              <a:t>on-site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4709160"/>
            <a:ext cx="24323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5A6484"/>
                </a:solidFill>
                <a:latin typeface="Calibri"/>
              </a:rPr>
              <a:t>flat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504748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−0.031 → −0.031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4315968"/>
            <a:ext cx="2724912" cy="118872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56432" y="4425696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82F"/>
                </a:solidFill>
                <a:latin typeface="Calibri"/>
              </a:rPr>
              <a:t>extended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4709160"/>
            <a:ext cx="24323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5A6484"/>
                </a:solidFill>
                <a:latin typeface="Calibri"/>
              </a:rPr>
              <a:t>decays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504748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+0.036 → +0.020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4315968"/>
            <a:ext cx="2724912" cy="118872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63640" y="4425696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82F"/>
                </a:solidFill>
                <a:latin typeface="Calibri"/>
              </a:rPr>
              <a:t>d_x²−y²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09160"/>
            <a:ext cx="24323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5A6484"/>
                </a:solidFill>
                <a:latin typeface="Calibri"/>
              </a:rPr>
              <a:t>decays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04748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+0.028 → +0.007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4315968"/>
            <a:ext cx="2724912" cy="1188720"/>
          </a:xfrm>
          <a:prstGeom prst="roundRect">
            <a:avLst/>
          </a:prstGeom>
          <a:solidFill>
            <a:srgbClr val="FDF3F2"/>
          </a:solidFill>
          <a:ln w="12700">
            <a:solidFill>
              <a:srgbClr val="F0D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70848" y="4425696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82F"/>
                </a:solidFill>
                <a:latin typeface="Calibri"/>
              </a:rPr>
              <a:t>d_xy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4709160"/>
            <a:ext cx="24323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CHANGES 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504748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−0.010 → +0.026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65099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13182F"/>
                </a:solidFill>
                <a:latin typeface="Calibri"/>
              </a:rPr>
              <a:t>δ = 0 → 0.7 at U = 4.  Three channels are dull; only d_xy crosses zero, at δ ≈ 0.15, peaking near δ = 0.4.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The reordering happens between δ = 0.1 and 0.4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pairing vertex vs U, one panel per anisotropy, half filling</a:t>
            </a:r>
          </a:p>
        </p:txBody>
      </p:sp>
      <p:pic>
        <p:nvPicPr>
          <p:cNvPr id="4" name="Picture 3" descr="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88383" cy="370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915400" y="1371600"/>
            <a:ext cx="2788920" cy="370332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16568" y="151790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Reading the panels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16568" y="1874519"/>
            <a:ext cx="2423160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3182F"/>
                </a:solidFill>
                <a:latin typeface="Calibri"/>
              </a:rPr>
              <a:t>•  δ = 0, 0.1 — d_xy (red) sits below zero: the worst of the four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3182F"/>
                </a:solidFill>
                <a:latin typeface="Calibri"/>
              </a:rPr>
              <a:t>•  δ = 0.2 — it crosses zero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3182F"/>
                </a:solidFill>
                <a:latin typeface="Calibri"/>
              </a:rPr>
              <a:t>•  δ = 0.3 — it passes d_x²−y²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3182F"/>
                </a:solidFill>
                <a:latin typeface="Calibri"/>
              </a:rPr>
              <a:t>•  δ ≥ 0.4 — d_xy is the top curve, the strongest attractive channel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3182F"/>
                </a:solidFill>
                <a:latin typeface="Calibri"/>
              </a:rPr>
              <a:t>•  every curve starts at exactly zero at U = 0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3182F"/>
                </a:solidFill>
                <a:latin typeface="Calibri"/>
              </a:rPr>
              <a:t>•  all peak near U = 4–6, not at the strongest coupling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8293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13182F"/>
                </a:solidFill>
                <a:latin typeface="Calibri"/>
              </a:rPr>
              <a:t>The whole reordering happens over a narrow window in anisotropy.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Anisotropy does opposite things at the two fillings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pairing vertex vs filling, one panel per anisotropy, U = 4</a:t>
            </a:r>
          </a:p>
        </p:txBody>
      </p:sp>
      <p:pic>
        <p:nvPicPr>
          <p:cNvPr id="4" name="Picture 3" descr="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88383" cy="370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915400" y="1371600"/>
            <a:ext cx="2788920" cy="1755648"/>
          </a:xfrm>
          <a:prstGeom prst="roundRect">
            <a:avLst/>
          </a:prstGeom>
          <a:solidFill>
            <a:srgbClr val="FDF3F2"/>
          </a:solidFill>
          <a:ln w="12700">
            <a:solidFill>
              <a:srgbClr val="F0D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16568" y="149961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At half filling — δ helps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16568" y="1828800"/>
            <a:ext cx="24231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3182F"/>
                </a:solidFill>
                <a:latin typeface="Calibri"/>
              </a:rPr>
              <a:t>d_xy vertex/N goes −0.010 → +0.039 as δ goes 0 → 0.4. Repulsive becomes strongly attractive.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3319272"/>
            <a:ext cx="2788920" cy="1755648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16568" y="344728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When doped — δ hurts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16568" y="3776472"/>
            <a:ext cx="24231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3182F"/>
                </a:solidFill>
                <a:latin typeface="Calibri"/>
              </a:rPr>
              <a:t>At n = 0.778 the same anisotropy drives d_xy from −0.012 to −0.042, and the trough reaches −0.23 at n = 0.5, δ = 0.7.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8293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13182F"/>
                </a:solidFill>
                <a:latin typeface="Calibri"/>
              </a:rPr>
              <a:t>Same knob, opposite sign at the two ends of the filling axis.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The other two channels: extended s and d_x²−y²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both attractive near half filling, both weakened by anisotropy — but not equally</a:t>
            </a:r>
          </a:p>
        </p:txBody>
      </p:sp>
      <p:pic>
        <p:nvPicPr>
          <p:cNvPr id="4" name="Picture 3" descr="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89888"/>
            <a:ext cx="11313042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315968"/>
            <a:ext cx="3703320" cy="13716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2376" y="4443984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C7A2E"/>
                </a:solidFill>
                <a:latin typeface="Calibri"/>
              </a:rPr>
              <a:t>Both decay with 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4791456"/>
            <a:ext cx="32918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3182F"/>
                </a:solidFill>
                <a:latin typeface="Calibri"/>
              </a:rPr>
              <a:t>extended s falls ×1.8 from δ = 0 to 0.7 (0.0364 → 0.0201). d_x²−y² falls ×3.8 (0.0277 → 0.0072) — twice as fast.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4315968"/>
            <a:ext cx="3703320" cy="13716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53712" y="4443984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5C93"/>
                </a:solidFill>
                <a:latin typeface="Calibri"/>
              </a:rPr>
              <a:t>Both need half filling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4791456"/>
            <a:ext cx="32918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3182F"/>
                </a:solidFill>
                <a:latin typeface="Calibri"/>
              </a:rPr>
              <a:t>extended s turns attractive above n = 0.733, d_x²−y² above n = 0.530. Anisotropy pushes both windows toward n = 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5592" y="4315968"/>
            <a:ext cx="3703320" cy="13716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85048" y="4443984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Extended s leads — but only at n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4791456"/>
            <a:ext cx="32918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3182F"/>
                </a:solidFill>
                <a:latin typeface="Calibri"/>
              </a:rPr>
              <a:t>the gap χ_s-ext − χ_d is +0.009 at δ = 0 and grows to +0.015. Away from half filling d_x²−y² leads.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704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A6484"/>
                </a:solidFill>
                <a:latin typeface="Calibri"/>
              </a:rPr>
              <a:t>By P/P_bub at δ = 0 the two cross near U = 6: extended s leads at weak coupling, d_x²−y² at strong (1.21 vs 1.26 at U = 8).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Why extended s leads, and where to be careful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the one place our δ = 0 result departs from White — and it has an explanation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5532120" cy="2148840"/>
          </a:xfrm>
          <a:prstGeom prst="roundRect">
            <a:avLst/>
          </a:prstGeom>
          <a:solidFill>
            <a:srgbClr val="FDF3F2"/>
          </a:solidFill>
          <a:ln w="12700">
            <a:solidFill>
              <a:srgbClr val="F0D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2376" y="159105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The apparent disagreement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938528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82F"/>
                </a:solidFill>
                <a:latin typeface="Calibri"/>
              </a:rPr>
              <a:t>White finds d_x²−y² the most attractive channel on the square lattice. We reproduce all four of his channel SIGNS, but our ordering differs: extended s is larger (0.0364 against 0.0277 at U = 4, δ = 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532120" cy="214884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83096" y="159105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C7293"/>
                </a:solidFill>
                <a:latin typeface="Calibri"/>
              </a:rPr>
              <a:t>The explanation, from Huang et 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1938528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82F"/>
                </a:solidFill>
                <a:latin typeface="Calibri"/>
              </a:rPr>
              <a:t>They show extended s dominates the LOCAL pairing while d_x²−y² dominates the LONG-RANGE part. Our χ integrates over all separations, so the local piece wins on magnitude. Separating them needs the real-space P(R) decomposition we have not built yet.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94760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Reliability of these two channels — both need care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16052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286000"/>
                <a:gridCol w="265176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seed noise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size collapse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shell sensitivity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on-site 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0.2× (none)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7A46"/>
                          </a:solidFill>
                          <a:latin typeface="Calibri"/>
                        </a:rPr>
                        <a:t>solid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extended s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  <a:latin typeface="Calibri"/>
                        </a:rPr>
                        <a:t>16× at boundary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8A6D1F"/>
                          </a:solidFill>
                          <a:latin typeface="Calibri"/>
                        </a:rPr>
                        <a:t>check twist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3182F"/>
                          </a:solidFill>
                          <a:latin typeface="Calibri"/>
                        </a:rPr>
                        <a:t>d_x²−y²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  <a:latin typeface="Calibri"/>
                        </a:rPr>
                        <a:t>20.3%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  <a:latin typeface="Calibri"/>
                        </a:rPr>
                        <a:t>13–58%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8A6D1F"/>
                          </a:solidFill>
                          <a:latin typeface="Calibri"/>
                        </a:rPr>
                        <a:t>3.5×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  <a:latin typeface="Calibri"/>
                        </a:rPr>
                        <a:t>needs seeds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d_xy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1.0× (none)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7A46"/>
                          </a:solidFill>
                          <a:latin typeface="Calibri"/>
                        </a:rPr>
                        <a:t>solid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A6484"/>
                </a:solidFill>
                <a:latin typeface="Calibri"/>
              </a:rPr>
              <a:t>d_x²−y² is the weakest channel in the dataset on every measure. Its sign and its decay with δ are safe; precise values are not.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The effect switches off below n ≈ 0.85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d_xy vertex at L = 12, U = 4, as δ goes 0 → 0.7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46888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filling n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d_xy with δ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+0.024 → −0.228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C7293"/>
                          </a:solidFill>
                          <a:latin typeface="Calibri"/>
                        </a:rPr>
                        <a:t>reversed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0.556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+0.018 → −0.180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C7293"/>
                          </a:solidFill>
                          <a:latin typeface="Calibri"/>
                        </a:rPr>
                        <a:t>reversed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0.667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−0.010 → −0.082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A6484"/>
                          </a:solidFill>
                          <a:latin typeface="Calibri"/>
                        </a:rPr>
                        <a:t>no swap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0.778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−0.012 → −0.013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5A6484"/>
                          </a:solidFill>
                          <a:latin typeface="Calibri"/>
                        </a:rPr>
                        <a:t>no swap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3182F"/>
                          </a:solidFill>
                          <a:latin typeface="Calibri"/>
                        </a:rPr>
                        <a:t>0.889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3182F"/>
                          </a:solidFill>
                          <a:latin typeface="Calibri"/>
                        </a:rPr>
                        <a:t>−0.013 → +0.021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  <a:latin typeface="Calibri"/>
                        </a:rPr>
                        <a:t>SWAP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3182F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3182F"/>
                          </a:solidFill>
                          <a:latin typeface="Calibri"/>
                        </a:rPr>
                        <a:t>−0.010 → +0.026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  <a:latin typeface="Calibri"/>
                        </a:rPr>
                        <a:t>SWAP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15544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Filling at which each channel turns attractive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92024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50876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extended s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d_x²−y²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d_xy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0.733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0.530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0.628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0.712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0.570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0.942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0.716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0.729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0.852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0.790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0.752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0.820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3703320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484"/>
                </a:solidFill>
                <a:latin typeface="Calibri"/>
              </a:rPr>
              <a:t>Anisotropy pushes every channel's attractive window toward half filling. d_x²−y² turns attractive from n = 0.53 at δ = 0, but only from n = 0.75 at δ = 0.7.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80560"/>
            <a:ext cx="11185855" cy="105156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8952" y="4626864"/>
            <a:ext cx="1067379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The pairing boundary sits between n = 0.778 and n = 0.889 — the same place the magnetic moment becomes strong. The two hang together: the altermagnetic correlations that drive the d_xy attraction only exist near half filling. The claim should be scoped to n ≥ 0.85 explicitly, with the doped panels shown as the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(n, δ) phase diagram — every channel, every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L = 12, one shared colour scale across all twenty panels</a:t>
            </a:r>
          </a:p>
        </p:txBody>
      </p:sp>
      <p:pic>
        <p:nvPicPr>
          <p:cNvPr id="4" name="Picture 3" descr="p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98448"/>
            <a:ext cx="5115896" cy="5349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06440" y="1371600"/>
            <a:ext cx="5897880" cy="1481328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035040" y="149961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Read the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828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82F"/>
                </a:solidFill>
                <a:latin typeface="Calibri"/>
              </a:rPr>
              <a:t>Each column is one channel. Red is attractive, blue repulsive, white is no effect. The whole U = 0 row is white — the null test, seen directly.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2962656"/>
            <a:ext cx="5897880" cy="1481328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35040" y="309067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C7293"/>
                </a:solidFill>
                <a:latin typeface="Calibri"/>
              </a:rPr>
              <a:t>Read the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419856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82F"/>
                </a:solidFill>
                <a:latin typeface="Calibri"/>
              </a:rPr>
              <a:t>The attractive region grows and pushes leftward as U increases, then recedes slightly at U = 8. All four channels are repulsive on the dilute side.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4553712"/>
            <a:ext cx="5897880" cy="1481328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35040" y="468172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The d_xy corner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010912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82F"/>
                </a:solidFill>
                <a:latin typeface="Calibri"/>
              </a:rPr>
              <a:t>Top-right of the fourth column: attractive only where δ is large AND n ≥ 0.89. That corner is the paper's result, and nothing else in the figure looks like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6144768"/>
            <a:ext cx="5897880" cy="566928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FE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35040" y="6245352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6D1F"/>
                </a:solidFill>
                <a:latin typeface="Calibri"/>
              </a:rPr>
              <a:t>Colour scale is symmetric-log: on-site s reaches −0.59 while the d channels live at ±0.04, so a linear shared scale would flatten them to white.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Your question: does d_x²−y² dominate over extended 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full P against the uncorrelated P_bub — the White et al. comparison, at δ = 0</a:t>
            </a:r>
          </a:p>
        </p:txBody>
      </p:sp>
      <p:pic>
        <p:nvPicPr>
          <p:cNvPr id="4" name="Picture 3" descr="fulls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3312"/>
            <a:ext cx="6564086" cy="3063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353312"/>
            <a:ext cx="4389120" cy="3063240"/>
          </a:xfrm>
          <a:prstGeom prst="roundRect">
            <a:avLst/>
          </a:prstGeom>
          <a:solidFill>
            <a:srgbClr val="FDF3F2"/>
          </a:solidFill>
          <a:ln w="12700">
            <a:solidFill>
              <a:srgbClr val="F0D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534656" y="148132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The answer has a twist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4656" y="1810512"/>
            <a:ext cx="3977639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82F"/>
                </a:solidFill>
                <a:latin typeface="Calibri"/>
              </a:rPr>
              <a:t>d_xy has the LARGEST full susceptibility of the four — yet its vertex is negative.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82F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82F"/>
                </a:solidFill>
                <a:latin typeface="Calibri"/>
              </a:rPr>
              <a:t>Its bubble alone is 47.67, so it looks dominant for purely kinematic reasons while the interaction pushes against it.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82F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82F"/>
                </a:solidFill>
                <a:latin typeface="Calibri"/>
              </a:rPr>
              <a:t>Ranking channels by P alone inverts the physical answer. That is exactly why White introduced the uncorrelated susceptibility.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617720"/>
          <a:ext cx="5852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43000"/>
                <a:gridCol w="114300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full P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bubble P_bub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vertex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interaction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on-site 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3.85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8.34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−4.49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7293"/>
                          </a:solidFill>
                          <a:latin typeface="Calibri"/>
                        </a:rPr>
                        <a:t>repulsive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extended s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30.83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25.58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+5.25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Calibri"/>
                        </a:rPr>
                        <a:t>ATTRACTIVE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d_x²−y²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35.00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31.02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+3.98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Calibri"/>
                        </a:rPr>
                        <a:t>ATTRACTIVE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3182F"/>
                          </a:solidFill>
                          <a:latin typeface="Calibri"/>
                        </a:rPr>
                        <a:t>d_xy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3182F"/>
                          </a:solidFill>
                          <a:latin typeface="Calibri"/>
                        </a:rPr>
                        <a:t>46.25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47.67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−1.42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C7293"/>
                          </a:solidFill>
                          <a:latin typeface="Calibri"/>
                        </a:rPr>
                        <a:t>repulsive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20840" y="4681728"/>
            <a:ext cx="4983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484"/>
                </a:solidFill>
                <a:latin typeface="Calibri"/>
              </a:rPr>
              <a:t>By vertex the ordering is stable at every U: extended s and d_x²−y² attractive, on-site s and d_xy repulsive — reproducing White's channel signs on a lattice he never studied.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All four channels on one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P / P_bub divides out the kinematic bubble; above 1 the interaction is attractive</a:t>
            </a:r>
          </a:p>
        </p:txBody>
      </p:sp>
      <p:pic>
        <p:nvPicPr>
          <p:cNvPr id="4" name="Picture 3" descr="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0644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All four curves start at exactly 1.000 at U = 0 — the null test, made visible.  At U = 8 the interaction enhances d_x²−y² by 26% and extended s by 21%, while suppressing d_xy by 8% and on-site s by 46%.  Extended s crosses the line at n = 0.733.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Meeting point 7: m_AM against U and 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the two contributions separated — they pull in opposite directions</a:t>
            </a:r>
          </a:p>
        </p:txBody>
      </p:sp>
      <p:pic>
        <p:nvPicPr>
          <p:cNvPr id="4" name="Picture 3" descr="m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6858000" cy="527538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463040"/>
            <a:ext cx="3730752" cy="13716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56448" y="158191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U builds the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6448" y="1883664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82F"/>
                </a:solidFill>
                <a:latin typeface="Calibri"/>
              </a:rPr>
              <a:t>Δm rises roughly linearly with U at every anisotropy: 0.0055 at U = 2 to 0.0257 at U = 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944368"/>
            <a:ext cx="3730752" cy="13716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56448" y="3063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δ destroys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3364992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82F"/>
                </a:solidFill>
                <a:latin typeface="Calibri"/>
              </a:rPr>
              <a:t>At U = 8 the same Δm falls by a factor of three, 0.0257 → 0.0086, as δ goes 0 → 0.7.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425696"/>
            <a:ext cx="3730752" cy="137160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56448" y="454456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The product plateaus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84632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82F"/>
                </a:solidFill>
                <a:latin typeface="Calibri"/>
              </a:rPr>
              <a:t>m_AM = Δm·δ climbs to δ ≈ 0.3 then flattens — two effects cancelling, not saturation.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5943600"/>
            <a:ext cx="3730752" cy="566928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FE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56448" y="6053328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6D1F"/>
                </a:solidFill>
                <a:latin typeface="Calibri"/>
              </a:rPr>
              <a:t>Caveat: U = 6 and U = 8 are within 1σ of each other at δ ≥ 0.6.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A correction we found ourselves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the magnetic peak leaves (π,π) — the moment was being read at the wrong wavevector</a:t>
            </a:r>
          </a:p>
        </p:txBody>
      </p:sp>
      <p:pic>
        <p:nvPicPr>
          <p:cNvPr id="4" name="Picture 3" descr="sqma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2144369"/>
          </a:xfrm>
          <a:prstGeom prst="rect">
            <a:avLst/>
          </a:prstGeom>
        </p:spPr>
      </p:pic>
      <p:pic>
        <p:nvPicPr>
          <p:cNvPr id="5" name="Picture 4" descr="q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566160"/>
            <a:ext cx="7589520" cy="220849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21040" y="3611880"/>
          <a:ext cx="336499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72"/>
                <a:gridCol w="137160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peak q*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S(π,π)/S(q*)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(π, 0.83π)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0.927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(π, π)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0.981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(π, 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0.944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(0, π)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Calibri"/>
                        </a:rPr>
                        <a:t>0.804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21040" y="5257800"/>
            <a:ext cx="3364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3182F"/>
                </a:solidFill>
                <a:latin typeface="Calibri"/>
              </a:rPr>
              <a:t>Incommensurate at small δ, commensurate Néel near δ ≈ 0.35, stripe-like at large δ. Recomputing Δm at the true peak leaves the suppression intact — factor 2.3 instead of 3.0 — so the headline survives. Both limits match published work.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Meeting point 11: closed-shell filling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answered — and it turned out to matter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5486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9319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lattice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fillings closed-shell at every δ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L = 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only n = 1.72, 1.84, 1.97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3182F"/>
                          </a:solidFill>
                          <a:latin typeface="Calibri"/>
                        </a:rPr>
                        <a:t>L = 10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3182F"/>
                          </a:solidFill>
                          <a:latin typeface="Calibri"/>
                        </a:rPr>
                        <a:t>n = 0.500, 0.740, 1.020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3182F"/>
                          </a:solidFill>
                          <a:latin typeface="Calibri"/>
                        </a:rPr>
                        <a:t>L = 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392B"/>
                          </a:solidFill>
                          <a:latin typeface="Calibri"/>
                        </a:rPr>
                        <a:t>none below n = 1.65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2004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484"/>
                </a:solidFill>
                <a:latin typeface="Calibri"/>
              </a:rPr>
              <a:t>At L = 12 the open-shell problem cannot be fixed by choosing a different filling — zero of its 48 (filling, δ) combinations is closed shell.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554480"/>
            <a:ext cx="5239512" cy="2240280"/>
          </a:xfrm>
          <a:prstGeom prst="roundRect">
            <a:avLst/>
          </a:prstGeom>
          <a:solidFill>
            <a:srgbClr val="FDF3F2"/>
          </a:solidFill>
          <a:ln w="12700">
            <a:solidFill>
              <a:srgbClr val="F0D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75120" y="1664208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Does it actually matter?  Yes, in two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29968"/>
            <a:ext cx="4800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82F"/>
                </a:solidFill>
                <a:latin typeface="Calibri"/>
              </a:rPr>
              <a:t>Testing at fixed L and fixed n, with the shell character flipping as δ varies: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82F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82F"/>
                </a:solidFill>
                <a:latin typeface="Calibri"/>
              </a:rPr>
              <a:t>•  extended s jumps 16× its typical step at the boundary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82F"/>
                </a:solidFill>
                <a:latin typeface="Calibri"/>
              </a:rPr>
              <a:t>•  d_x²−y² jumps 3.5×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82F"/>
                </a:solidFill>
                <a:latin typeface="Calibri"/>
              </a:rPr>
              <a:t>•  on-site s (0.2×) and d_xy (1.0×) show nothing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77639"/>
            <a:ext cx="11185855" cy="1920240"/>
          </a:xfrm>
          <a:prstGeom prst="roundRect">
            <a:avLst/>
          </a:prstGeom>
          <a:solidFill>
            <a:srgbClr val="F4F6FB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8952" y="411480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The fix: twist-averaged boundary conditions — running now, results tomorrow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462272"/>
            <a:ext cx="1067379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>
                <a:solidFill>
                  <a:srgbClr val="13182F"/>
                </a:solidFill>
                <a:latin typeface="Calibri"/>
              </a:rPr>
              <a:t>•  A twist is a boundary phase ψ(r + L x̂) = e^{iθx} ψ(r), shifting the k grid off the awkward points.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13182F"/>
                </a:solidFill>
                <a:latin typeface="Calibri"/>
              </a:rPr>
              <a:t>•  Only θ = 0 and π keep the hopping real, which the engine requires — so no rewrite is needed.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13182F"/>
                </a:solidFill>
                <a:latin typeface="Calibri"/>
              </a:rPr>
              <a:t>•  The two mixed twists are degenerate by the lattice's x ↔ y symmetry (eigenvalues agree to 1e-14), so three runs with weights 1 : 2 : 1 give the four-point average.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13182F"/>
                </a:solidFill>
                <a:latin typeface="Calibri"/>
              </a:rPr>
              <a:t>•  Our headline channel d_xy shows no shell sensitivity, so the main claim is already protected.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Literature check: the field has moved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two 2025–26 papers already claim altermagnetism on this lattice family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155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384048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 / method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overlap with us</a:t>
                      </a:r>
                    </a:p>
                  </a:txBody>
                  <a:tcPr marL="54864" marR="54864" marT="18288" marB="18288" anchor="ctr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arXiv 2607.06106  (Jul 2026)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checkerboard Hubbard, mean field + RPA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same lattice, weak coupling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arXiv 2503.08362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t–t′–δ Hubbard, mean field + DMRG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A6D1F"/>
                          </a:solidFill>
                          <a:latin typeface="Calibri"/>
                        </a:rPr>
                        <a:t>same anisotropy; no pairing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arXiv 2505.12342  (our group)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spin-anisotropic Hubbard, CPQMC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anisotropy suppresses AFM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arXiv 2603.29377  (our group)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anisotropic t–J, CPQMC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d + p mixed pairing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White et al., PRB 39 839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square Hubbard, DQMC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our δ = 0 benchmark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Huang, Lin, Gubernatis, PRB 64 205101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t–t′–U, CPQMC at T = 0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3182F"/>
                          </a:solidFill>
                          <a:latin typeface="Calibri"/>
                        </a:rPr>
                        <a:t>local vs long-range vertex</a:t>
                      </a:r>
                    </a:p>
                  </a:txBody>
                  <a:tcPr marL="54864" marR="54864" marT="18288" marB="18288" anchor="ctr"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389120"/>
            <a:ext cx="5532120" cy="173736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2376" y="45079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C7293"/>
                </a:solidFill>
                <a:latin typeface="Calibri"/>
              </a:rPr>
              <a:t>What this costs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4809744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82F"/>
                </a:solidFill>
                <a:latin typeface="Calibri"/>
              </a:rPr>
              <a:t>“Checkerboard hosts altermagnetism” is no longer available as a headline — 2607.06106 is five weeks old and says exactly that. Interaction-driven altermagnetism is an established category 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389120"/>
            <a:ext cx="5532120" cy="1737360"/>
          </a:xfrm>
          <a:prstGeom prst="roundRect">
            <a:avLst/>
          </a:prstGeom>
          <a:solidFill>
            <a:srgbClr val="FDF3F2"/>
          </a:solidFill>
          <a:ln w="12700">
            <a:solidFill>
              <a:srgbClr val="F0D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83096" y="45079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What it gives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4809744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82F"/>
                </a:solidFill>
                <a:latin typeface="Calibri"/>
              </a:rPr>
              <a:t>The t–t′–δ paper explicitly declines to compute pairing. Our d_xy channel swap is unclaimed, it is CPQMC at intermediate coupling where the competitors are mean field, and we have the doping axis nobody else has.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82F"/>
                </a:solidFill>
                <a:latin typeface="Cambria"/>
              </a:rPr>
              <a:t>Status against the eleven meeting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484"/>
                </a:solidFill>
                <a:latin typeface="Calibri"/>
              </a:rPr>
              <a:t>four done, one newly answered, three substantially done, three outstanding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36192"/>
            <a:ext cx="5532120" cy="585216"/>
          </a:xfrm>
          <a:prstGeom prst="roundRect">
            <a:avLst/>
          </a:prstGeom>
          <a:solidFill>
            <a:srgbClr val="F7F9FD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30936" y="1664207"/>
            <a:ext cx="329184" cy="329184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691639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δ to 0.7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8807" y="1691639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1E7A46"/>
                </a:solidFill>
                <a:latin typeface="Calibri"/>
              </a:rPr>
              <a:t>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12848"/>
            <a:ext cx="5532120" cy="585216"/>
          </a:xfrm>
          <a:prstGeom prst="roundRect">
            <a:avLst/>
          </a:prstGeom>
          <a:solidFill>
            <a:srgbClr val="F7F9FD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30936" y="2340864"/>
            <a:ext cx="329184" cy="329184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68296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s-channels: trivial or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7" y="2368296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1E7A46"/>
                </a:solidFill>
                <a:latin typeface="Calibri"/>
              </a:rPr>
              <a:t>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89504"/>
            <a:ext cx="5532120" cy="585216"/>
          </a:xfrm>
          <a:prstGeom prst="roundRect">
            <a:avLst/>
          </a:prstGeom>
          <a:solidFill>
            <a:srgbClr val="F7F9FD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30936" y="3017520"/>
            <a:ext cx="329184" cy="329184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044952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spectral function in CPQMC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7" y="3044952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1E7A46"/>
                </a:solidFill>
                <a:latin typeface="Calibri"/>
              </a:rP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5532120" cy="585216"/>
          </a:xfrm>
          <a:prstGeom prst="roundRect">
            <a:avLst/>
          </a:prstGeom>
          <a:solidFill>
            <a:srgbClr val="F7F9FD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30936" y="3694176"/>
            <a:ext cx="329184" cy="329184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721608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m_AM vs U and 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7" y="3721608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1E7A46"/>
                </a:solidFill>
                <a:latin typeface="Calibri"/>
              </a:rPr>
              <a:t>DONE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42816"/>
            <a:ext cx="5532120" cy="585216"/>
          </a:xfrm>
          <a:prstGeom prst="roundRect">
            <a:avLst/>
          </a:prstGeom>
          <a:solidFill>
            <a:srgbClr val="F7F9FD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30936" y="4370832"/>
            <a:ext cx="329184" cy="329184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398264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closed-shell filling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7" y="4398264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1E7A46"/>
                </a:solidFill>
                <a:latin typeface="Calibri"/>
              </a:rPr>
              <a:t>ANSWERED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19472"/>
            <a:ext cx="5532120" cy="585216"/>
          </a:xfrm>
          <a:prstGeom prst="roundRect">
            <a:avLst/>
          </a:prstGeom>
          <a:solidFill>
            <a:srgbClr val="F7F9FD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0936" y="5047488"/>
            <a:ext cx="329184" cy="329184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074920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heatmaps not scatter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8807" y="5074920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8A6D1F"/>
                </a:solidFill>
                <a:latin typeface="Calibri"/>
              </a:rPr>
              <a:t>mostly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536192"/>
            <a:ext cx="5532120" cy="585216"/>
          </a:xfrm>
          <a:prstGeom prst="roundRect">
            <a:avLst/>
          </a:prstGeom>
          <a:solidFill>
            <a:srgbClr val="F7F9FD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91655" y="1664207"/>
            <a:ext cx="329184" cy="329184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1691639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equal-time vertex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1691639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8A6D1F"/>
                </a:solidFill>
                <a:latin typeface="Calibri"/>
              </a:rPr>
              <a:t>resolved, unwritten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2212848"/>
            <a:ext cx="5532120" cy="585216"/>
          </a:xfrm>
          <a:prstGeom prst="roundRect">
            <a:avLst/>
          </a:prstGeom>
          <a:solidFill>
            <a:srgbClr val="F7F9FD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91655" y="2340864"/>
            <a:ext cx="329184" cy="329184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2368296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strengthen the novelty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9528" y="2368296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8A6D1F"/>
                </a:solidFill>
                <a:latin typeface="Calibri"/>
              </a:rPr>
              <a:t>answer changed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2889504"/>
            <a:ext cx="5532120" cy="585216"/>
          </a:xfrm>
          <a:prstGeom prst="roundRect">
            <a:avLst/>
          </a:prstGeom>
          <a:solidFill>
            <a:srgbClr val="F7F9FD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91655" y="3017520"/>
            <a:ext cx="329184" cy="329184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3044952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twist-averaged BC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9528" y="3044952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8A6D1F"/>
                </a:solidFill>
                <a:latin typeface="Calibri"/>
              </a:rPr>
              <a:t>running now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566160"/>
            <a:ext cx="5532120" cy="585216"/>
          </a:xfrm>
          <a:prstGeom prst="roundRect">
            <a:avLst/>
          </a:prstGeom>
          <a:solidFill>
            <a:srgbClr val="F7F9FD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391655" y="3694176"/>
            <a:ext cx="329184" cy="329184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3721608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periodic BC, TRIM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39528" y="3721608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8A6D1F"/>
                </a:solidFill>
                <a:latin typeface="Calibri"/>
              </a:rPr>
              <a:t>partial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4242816"/>
            <a:ext cx="5532120" cy="585216"/>
          </a:xfrm>
          <a:prstGeom prst="roundRect">
            <a:avLst/>
          </a:prstGeom>
          <a:solidFill>
            <a:srgbClr val="F7F9FD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6391655" y="4370832"/>
            <a:ext cx="329184" cy="32918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4398264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write the manuscript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9528" y="4398264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Calibri"/>
              </a:rPr>
              <a:t>fragments only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919472"/>
            <a:ext cx="5532120" cy="585216"/>
          </a:xfrm>
          <a:prstGeom prst="roundRect">
            <a:avLst/>
          </a:prstGeom>
          <a:solidFill>
            <a:srgbClr val="F7F9FD"/>
          </a:solidFill>
          <a:ln w="12700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6391655" y="5047488"/>
            <a:ext cx="329184" cy="32918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0568" y="5074920"/>
            <a:ext cx="2999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3182F"/>
                </a:solidFill>
                <a:latin typeface="Calibri"/>
              </a:rPr>
              <a:t>real-space P(R)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39528" y="5074920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Calibri"/>
              </a:rPr>
              <a:t>not started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A6484"/>
                </a:solidFill>
                <a:latin typeface="Calibri"/>
              </a:rPr>
              <a:t>Point 6 closed with a decision rather than a measurement: G(k,τ) is measurable, but the usable window is τ ≈ 0.4–0.8, too short for analytic continuation. DQMC would cost 1–2 months and inherits the sign problem CPQMC was chosen to avoid.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66928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Next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691640"/>
            <a:ext cx="384048" cy="384048"/>
          </a:xfrm>
          <a:prstGeom prst="ellipse">
            <a:avLst/>
          </a:prstGeom>
          <a:solidFill>
            <a:srgbClr val="3A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70992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Tomorrow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673352"/>
            <a:ext cx="82296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Twist average completes — confirm the d_xy swap is twist-robust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560320"/>
            <a:ext cx="384048" cy="384048"/>
          </a:xfrm>
          <a:prstGeom prst="ellipse">
            <a:avLst/>
          </a:prstGeom>
          <a:solidFill>
            <a:srgbClr val="3A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57860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542032"/>
            <a:ext cx="82296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Real-space pair correlations P(R): the code does not exist, and without it we cannot speak to long-range order at all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429000"/>
            <a:ext cx="384048" cy="384048"/>
          </a:xfrm>
          <a:prstGeom prst="ellipse">
            <a:avLst/>
          </a:prstGeom>
          <a:solidFill>
            <a:srgbClr val="3A4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4728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This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410712"/>
            <a:ext cx="82296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More seeds for d_x²−y² — 20% seed noise against 0.3–5% elsewhere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297680"/>
            <a:ext cx="384048" cy="384048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431596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D98A"/>
                </a:solidFill>
                <a:latin typeface="Calibri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279392"/>
            <a:ext cx="82296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Reframe the paper around pairing rather than magnetism?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257800"/>
            <a:ext cx="11185855" cy="1097280"/>
          </a:xfrm>
          <a:prstGeom prst="roundRect">
            <a:avLst/>
          </a:prstGeom>
          <a:solidFill>
            <a:srgbClr val="16204A"/>
          </a:solidFill>
          <a:ln w="12700">
            <a:solidFill>
              <a:srgbClr val="3A4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8952" y="5376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D98A"/>
                </a:solidFill>
                <a:latin typeface="Calibri"/>
              </a:rPr>
              <a:t>Honest limitation to carry into the manuscript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669280"/>
            <a:ext cx="1067379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χ/N is flat in system size, so there is no tendency toward long-range pairing order. What we can defend is an interaction-driven change in which channel is attractive — not superconductivity. Huang, Lin and Gubernatis reach the same conclusion for t–t′–U.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